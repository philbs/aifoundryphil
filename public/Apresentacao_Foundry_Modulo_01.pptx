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0078D4"/>
                </a:solidFill>
              </a:defRPr>
            </a:pPr>
            <a:r>
              <a:t>Azure AI Foundry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F4F7FA"/>
                </a:solidFill>
              </a:defRPr>
            </a:pPr>
            <a:r>
              <a:t>Introdução ao ecossistema de agentes inteligentes da Microsoft.</a:t>
            </a:r>
          </a:p>
        </p:txBody>
      </p:sp>
      <p:pic>
        <p:nvPicPr>
          <p:cNvPr id="4" name="Picture 3" descr="img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0078D4"/>
                </a:solidFill>
              </a:defRPr>
            </a:pPr>
            <a:r>
              <a:t>Arquitetura Unificada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F4F7FA"/>
                </a:solidFill>
              </a:defRPr>
            </a:pPr>
            <a:r>
              <a:t>Escalabilidade global e segurança robusta para o ciclo de vida da IA.</a:t>
            </a:r>
          </a:p>
        </p:txBody>
      </p:sp>
      <p:pic>
        <p:nvPicPr>
          <p:cNvPr id="4" name="Picture 3" descr="img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